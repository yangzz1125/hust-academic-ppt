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0"/>
  </p:notesMasterIdLst>
  <p:sldIdLst>
    <p:sldId id="283" r:id="rId5"/>
    <p:sldId id="512" r:id="rId6"/>
    <p:sldId id="506" r:id="rId7"/>
    <p:sldId id="54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曾婷 王" initials="曾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B7D1"/>
    <a:srgbClr val="004593"/>
    <a:srgbClr val="0065B0"/>
    <a:srgbClr val="0066B1"/>
    <a:srgbClr val="FA4D00"/>
    <a:srgbClr val="E0CDBE"/>
    <a:srgbClr val="FCF4D0"/>
    <a:srgbClr val="FAEDB8"/>
    <a:srgbClr val="DBC5B3"/>
    <a:srgbClr val="DCC5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21" autoAdjust="0"/>
    <p:restoredTop sz="93724" autoAdjust="0"/>
  </p:normalViewPr>
  <p:slideViewPr>
    <p:cSldViewPr snapToGrid="0">
      <p:cViewPr varScale="1">
        <p:scale>
          <a:sx n="149" d="100"/>
          <a:sy n="149" d="100"/>
        </p:scale>
        <p:origin x="354" y="31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-1693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7B4F6-38B3-4F9C-B5DD-388BFB0B23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B1546-4BCA-4F29-B0D6-5545C6E37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2.xml"/><Relationship Id="rId8" Type="http://schemas.openxmlformats.org/officeDocument/2006/relationships/image" Target="../media/image1.png"/><Relationship Id="rId9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18083" y="616727"/>
            <a:ext cx="2471217" cy="59669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 t="20698" b="20698"/>
          <a:stretch>
            <a:fillRect/>
          </a:stretch>
        </p:blipFill>
        <p:spPr bwMode="auto">
          <a:xfrm>
            <a:off x="4856126" y="1718187"/>
            <a:ext cx="7335874" cy="286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1718187"/>
            <a:ext cx="8882743" cy="2861554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83000">
                <a:schemeClr val="accent1">
                  <a:alpha val="60050"/>
                </a:schemeClr>
              </a:gs>
              <a:gs pos="0">
                <a:schemeClr val="accent2"/>
              </a:gs>
              <a:gs pos="63000">
                <a:srgbClr val="0361A6"/>
              </a:gs>
              <a:gs pos="44226">
                <a:srgbClr val="0259A0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封面标题"/>
          <p:cNvSpPr txBox="1"/>
          <p:nvPr/>
        </p:nvSpPr>
        <p:spPr>
          <a:xfrm>
            <a:off x="313690" y="2623820"/>
            <a:ext cx="11795760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汇报标题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645025" y="5084445"/>
            <a:ext cx="3208020" cy="402112"/>
            <a:chOff x="4077" y="8205"/>
            <a:chExt cx="5052" cy="633"/>
          </a:xfrm>
        </p:grpSpPr>
        <p:cxnSp>
          <p:nvCxnSpPr>
            <p:cNvPr id="7" name="直线连接符 10"/>
            <p:cNvCxnSpPr/>
            <p:nvPr/>
          </p:nvCxnSpPr>
          <p:spPr>
            <a:xfrm>
              <a:off x="4230" y="8838"/>
              <a:ext cx="476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077" y="8205"/>
              <a:ext cx="22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kumimoji="1"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</a:t>
              </a:r>
            </a:p>
          </p:txBody>
        </p:sp>
        <p:sp>
          <p:nvSpPr>
            <p:cNvPr id="16" name="汇报人"/>
            <p:cNvSpPr txBox="1"/>
            <p:nvPr/>
          </p:nvSpPr>
          <p:spPr>
            <a:xfrm>
              <a:off x="6379" y="8205"/>
              <a:ext cx="275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汇报人姓名</a:t>
              </a:r>
            </a:p>
          </p:txBody>
        </p:sp>
      </p:grpSp>
      <p:sp>
        <p:nvSpPr>
          <p:cNvPr id="29" name="AutoShape 4"/>
          <p:cNvSpPr>
            <a:spLocks noChangeAspect="1" noChangeArrowheads="1"/>
          </p:cNvSpPr>
          <p:nvPr/>
        </p:nvSpPr>
        <p:spPr bwMode="auto">
          <a:xfrm>
            <a:off x="5943600" y="3054929"/>
            <a:ext cx="154305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日期"/>
          <p:cNvSpPr txBox="1"/>
          <p:nvPr/>
        </p:nvSpPr>
        <p:spPr>
          <a:xfrm>
            <a:off x="5109845" y="5701030"/>
            <a:ext cx="2520315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20XX年X月X日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12700"/>
            <a:ext cx="11646551" cy="6857998"/>
            <a:chOff x="0" y="0"/>
            <a:chExt cx="11646551" cy="6857998"/>
          </a:xfrm>
        </p:grpSpPr>
        <p:cxnSp>
          <p:nvCxnSpPr>
            <p:cNvPr id="10" name="直线连接符 9"/>
            <p:cNvCxnSpPr/>
            <p:nvPr/>
          </p:nvCxnSpPr>
          <p:spPr>
            <a:xfrm>
              <a:off x="1539972" y="1348352"/>
              <a:ext cx="10106579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9603207" y="592406"/>
              <a:ext cx="1800617" cy="434773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0" y="0"/>
              <a:ext cx="730468" cy="68579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39972" y="578911"/>
              <a:ext cx="192760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4400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sp>
        <p:nvSpPr>
          <p:cNvPr id="15" name="目录条目"/>
          <p:cNvSpPr txBox="1"/>
          <p:nvPr/>
        </p:nvSpPr>
        <p:spPr>
          <a:xfrm>
            <a:off x="3152028" y="3507184"/>
            <a:ext cx="6308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一、章节名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章节标题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一、章节名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页面标题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页面结论句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章节标签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章节名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593"/>
      </a:accent1>
      <a:accent2>
        <a:srgbClr val="00459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16569B7BEAFD4E8196537F8893A0A8" ma:contentTypeVersion="15" ma:contentTypeDescription="Create a new document." ma:contentTypeScope="" ma:versionID="2791f40b03eab4f7fcc004a27762eebd">
  <xsd:schema xmlns:xsd="http://www.w3.org/2001/XMLSchema" xmlns:xs="http://www.w3.org/2001/XMLSchema" xmlns:p="http://schemas.microsoft.com/office/2006/metadata/properties" xmlns:ns3="cdd358b4-4f07-40a4-9f73-3ac0d69b7109" targetNamespace="http://schemas.microsoft.com/office/2006/metadata/properties" ma:root="true" ma:fieldsID="15c10a9dcc04e627a424c024f12db733" ns3:_="">
    <xsd:import namespace="cdd358b4-4f07-40a4-9f73-3ac0d69b710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d358b4-4f07-40a4-9f73-3ac0d69b7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dd358b4-4f07-40a4-9f73-3ac0d69b7109" xsi:nil="true"/>
  </documentManagement>
</p:properties>
</file>

<file path=customXml/itemProps1.xml><?xml version="1.0" encoding="utf-8"?>
<ds:datastoreItem xmlns:ds="http://schemas.openxmlformats.org/officeDocument/2006/customXml" ds:itemID="{3140A2EE-BAF8-43CD-A9F4-2176353083E5}">
  <ds:schemaRefs/>
</ds:datastoreItem>
</file>

<file path=customXml/itemProps2.xml><?xml version="1.0" encoding="utf-8"?>
<ds:datastoreItem xmlns:ds="http://schemas.openxmlformats.org/officeDocument/2006/customXml" ds:itemID="{F9E4E6E6-7256-46CE-9D42-B49E8391017A}">
  <ds:schemaRefs/>
</ds:datastoreItem>
</file>

<file path=customXml/itemProps3.xml><?xml version="1.0" encoding="utf-8"?>
<ds:datastoreItem xmlns:ds="http://schemas.openxmlformats.org/officeDocument/2006/customXml" ds:itemID="{84AA52E5-0B20-4590-878C-11CEE614486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323</Words>
  <Application>Microsoft Office PowerPoint</Application>
  <PresentationFormat>宽屏</PresentationFormat>
  <Paragraphs>63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等线 Light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国炜 杨</cp:lastModifiedBy>
  <cp:revision>563</cp:revision>
  <dcterms:created xsi:type="dcterms:W3CDTF">2022-12-07T07:00:00Z</dcterms:created>
  <dcterms:modified xsi:type="dcterms:W3CDTF">2026-09-22T13:08:26Z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0x0101003E16569B7BEAFD4E8196537F8893A0A8</vt:lpwstr>
  </property>
  <property fmtid="{D5CDD505-2E9C-101B-9397-08002B2CF9AE}" pid="3" name="ICV">
    <vt:lpwstr>755731B8074C46A3BFC2A3E6AA39965D_13</vt:lpwstr>
  </property>
  <property fmtid="{D5CDD505-2E9C-101B-9397-08002B2CF9AE}" pid="4" name="KSOProductBuildVer">
    <vt:lpwstr>2052-12.1.0.23542</vt:lpwstr>
  </property>
</Properties>
</file>